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52E13-3B1A-4ED8-B432-BEDC93F90895}" v="11" dt="2026-02-02T09:48:56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7" d="100"/>
          <a:sy n="47" d="100"/>
        </p:scale>
        <p:origin x="141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D1EF4-803A-4535-BA8E-3243A0A6247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6845E-DF57-4C70-BD7C-C6FEE295F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49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A63C-FA07-4CB0-7E46-47B8B7508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DE636-1205-69CF-4C2F-84D490772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343D-75F3-34BF-56C8-8286E495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E012-FAC9-F1ED-8988-716A7C5E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4165E-70F5-7CBD-02ED-B3DA5D5D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7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8F6F-8BBF-7609-2978-A3B7AA24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A0E7-92B2-DB55-F408-06418AB8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83A0-6C3E-5C4E-7657-B3C90E5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93328-546E-4439-A36F-CA8A96D7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ED8C-11A8-78D0-5E18-0ED729A0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0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033D-2704-40DD-4CD1-C921509E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85C50-C589-6ABA-739E-39D97C29E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BF2E3-E570-0284-1D75-B1FA727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7DAA-99EC-CEE8-6980-FA8CB15C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0420-A65A-6AA7-55BA-8BAB3789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6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8458-CBB0-BBB9-EBC9-A7BE604B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B903-757D-A8C0-E2C9-EB9B5C0D6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35EC1-B396-CD51-6486-C2189FD02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559D4-007A-7344-2672-05EE304A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D8CC-8580-4C49-3E36-8CA40E30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A848-C873-23FA-F0D3-7383D8F2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28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B680-B42A-0C8F-B1F0-0AAE3BA3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D3447-DDB6-F1BD-C606-C40BC8B4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70B46-5E6F-5EF3-685F-3AF4BF091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49ED6-66A3-434C-0DB5-3B76FCB92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5BAC6-B81A-A4B0-C065-F583C23B7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BC8FA-3883-C956-C556-C4B89118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CDBB1-2849-CF5D-879C-1166490C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A6CEC-2FB1-2600-526E-7877081A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6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54B1-0C90-150F-13B6-8EC69D29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E8A1B-7202-3A4B-9A23-F2046935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E72D2-A971-D8A9-0EC6-C0B9E479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AF68-45A2-088E-F1D9-7DF7E03C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5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06BEE-211F-19EC-40D0-482F1432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E8258-A377-6EFB-91E2-E6EDAFBB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6A61-10A1-BB27-A5C7-B2A6673C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26A4-492C-376B-C09E-1C476A4F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6D1D-D5CE-9F73-37AD-14571EBE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17146-47C9-E1E1-F61C-A35B18849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41F5E-D6B2-F738-658C-C8745597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38CEE-256E-5E94-9DEF-1134B71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4871E-9AF5-B577-E452-D81EB856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3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53A6-0BAD-1111-3F3C-31AC1710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5BE8A-ADF1-BD3D-CFA9-76ECE5E9A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E0543-6FF3-03AF-74A6-7356AD9F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350A-E7DF-CF3E-8251-4C9C365C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AF8D-4953-954C-E318-CF09ED3D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33500-18BE-03B4-9D2A-4AF9F402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7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6FA7-D35B-14B7-5448-FC688086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AE795-E28D-1EB2-AC10-76B57A58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156E-CD55-23E8-1811-6B45543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DBA0-8979-4804-875D-74B768EF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02FD-8E03-310D-9C76-F37603EE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22D45-7DCC-B442-7DE3-1DB1CAE38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334B3-4D0E-EBC0-8145-308AD079D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21E5-2190-9B76-F46F-3C748C8B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6970-E008-404E-437C-D69781A4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5097-1F1E-9AC9-E2C7-2754C51B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87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BB254-4770-4D63-A871-79ECA13B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FE02-B7B8-CFD2-E0D1-94C164AD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0399-4D70-64D4-94E3-A5F0603A6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CCBF-D4BE-1817-24EE-6AB863F3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75AA-2443-7484-A15E-4F525308D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2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E6A9-B10F-4BEF-ABBC-0BD273649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 VISION – CROP PRODUCTION INTELLIGENCE PLATFORM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CC9554A3-D77C-B0FC-9EBE-DF1554A2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63FD37-ADD7-4B07-33CD-1654FB663A0E}"/>
              </a:ext>
            </a:extLst>
          </p:cNvPr>
          <p:cNvSpPr txBox="1"/>
          <p:nvPr/>
        </p:nvSpPr>
        <p:spPr>
          <a:xfrm>
            <a:off x="1022453" y="4094328"/>
            <a:ext cx="43957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Ch.Sri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Deepika(192424412)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K.Harshika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(192473020)</a:t>
            </a: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V.Tejaswini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(192424360)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6773B-D838-95A1-19A6-9E221572B158}"/>
              </a:ext>
            </a:extLst>
          </p:cNvPr>
          <p:cNvSpPr txBox="1"/>
          <p:nvPr/>
        </p:nvSpPr>
        <p:spPr>
          <a:xfrm>
            <a:off x="7315201" y="4094328"/>
            <a:ext cx="41136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kumargurubaran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66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DF3E-8EA6-951E-EA66-AB838D31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048" y="80815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BDC717-81E2-D5F0-A500-CCC16A5C7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776" y="2600160"/>
            <a:ext cx="1115044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a key pillar of India’s economy and national food security.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production varies widely across regions, seasons, and crop categories.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AGRIVISION is a data-driven crop production intelligence platform built using Python.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historical crop production data from 1997 to 2015 across Indian states.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applies geospatial mapping, temporal trend analysis, and comparative analytics.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32970DBC-531C-026F-522B-C76DC261D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85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9C14-1F72-6ECA-D40C-761F6025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1" y="200486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ABFABC-7C35-776E-C78C-324F1EE7AF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7069" y="3330428"/>
            <a:ext cx="10217862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production data is vast but underutilized due to lack of visualization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production disparities are difficult to interpret using raw datasets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and crop-wise trends remain hidden in traditional analysis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Policymakers lack integrated tools for data-driven agricultural planning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interactive systems limits strategic decision-making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61D39842-A8C6-56C9-7C27-2129DBC6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81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6029-873D-E4B5-BF0E-15293A23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76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FF74B-3F6A-7079-8F73-F3F5DC181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2548" y="3479956"/>
            <a:ext cx="369012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544DB3-AE49-3883-2CAB-803FE170D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34" y="2547237"/>
            <a:ext cx="8586028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crop production patterns across Indian states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geographical distribution of agricultural output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long-term production trends and growth patterns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crop production across seasons and crop categories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regions and production hotspots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for agricultural planning and policy</a:t>
            </a:r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8ED347B-AE3E-820E-8B59-A8E245408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88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9D81-732F-BA9C-0D3E-317B7ED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36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A495E5-4BB1-318C-0B87-2136D20077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0260" y="2789025"/>
            <a:ext cx="915148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2,200+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1997 – 2015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 Coverage: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32 Indian States &amp; UTs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Categories: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10+ (Cereals, Pulses, Fruits, Vegetables, Spices, etc.)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Kaggle – Indian Crop Production Dataset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Multivariate, Structured, Historical Dataset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01C45C1D-DF6A-B5B5-1E37-D5A37DE83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51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3372-4E2F-370C-B863-AA501ADF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780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FE90-EE71-B5B3-7D5E-377FD58D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762" y="2519635"/>
            <a:ext cx="5661751" cy="373794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production dataset collected from Kaggle in CSV format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missing and inconsistent values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crop names and state names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Categorizing crops into major groups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by State, Year, Season, and Crop Category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summaries and trend identification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A8458E4C-F2D3-72DE-5AB9-8272826C4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2BA0055-92A7-8614-45BB-DB574915F1D3}"/>
              </a:ext>
            </a:extLst>
          </p:cNvPr>
          <p:cNvSpPr txBox="1"/>
          <p:nvPr/>
        </p:nvSpPr>
        <p:spPr>
          <a:xfrm>
            <a:off x="6555036" y="3395259"/>
            <a:ext cx="53914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charts, heatmaps, and maps using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line charts and comparative bar graphs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production hotspots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seasonal and regional variations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03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2750-77ED-BD65-D9C0-E2FA2CF3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36" y="14241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GEOSPATIAL 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3F19-A25F-133B-A736-6D38BE1E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crop production distribution across Indian states and identify high-performing regions.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Steps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production data by state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states based on total production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interactive geographic maps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regional crop specialization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production maps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producing states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production hotspots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127A240A-2CE2-E088-575F-17AE6E33C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542DCD-BA5F-9498-E04C-4541E824B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347" y="3589137"/>
            <a:ext cx="4594302" cy="31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1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E0C-0BB7-68F6-6DE5-B6939CB2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" y="1579428"/>
            <a:ext cx="12072257" cy="132556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TEMPORAL TRENDS &amp; GROWTH ANALYSIS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4216-3BF9-6267-6948-CCC5FA14A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65" y="281714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production trends and growth patterns over a 19-year period.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Steps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aggregation by year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line visualization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analysis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and volatility detection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trend charts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peak production years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Crop-wise growth patterns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8AFF7463-26BA-89DD-BB46-8E3B6C72B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2DC8BF-98DF-A9A4-380C-B0878362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78" y="3964161"/>
            <a:ext cx="4348975" cy="271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1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C3A1-A06C-064C-41E9-3B085BFA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1638253"/>
            <a:ext cx="10842171" cy="132556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COMPARATIVE VARIABLE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5D441-B138-2B5A-9DE3-DDF07BCA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" y="2880510"/>
            <a:ext cx="10515600" cy="467473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crop production across seasons, regions, and crop categories.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Steps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Cross-analysis of State × Season × Crop Category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bar charts and heatmaps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Multi-dimensional visualization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production comparisons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category performance insights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Cross-factor relationship analysis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FB141CF4-7823-0E10-D4A7-6CDB8F148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E68C2-FFE2-38DB-6818-DAEF9B5BE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455" y="3992137"/>
            <a:ext cx="4462344" cy="276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1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7C86-6428-72E3-4586-2512A160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15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B637A0-FFDD-32C6-AA87-51D61887E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855" y="2544897"/>
            <a:ext cx="9276203" cy="4124248"/>
          </a:xfrm>
          <a:prstGeom prst="rect">
            <a:avLst/>
          </a:prstGeom>
        </p:spPr>
      </p:pic>
      <p:pic>
        <p:nvPicPr>
          <p:cNvPr id="8" name="Picture 2" descr="SSE-Computer Science and Engineering">
            <a:extLst>
              <a:ext uri="{FF2B5EF4-FFF2-40B4-BE49-F238E27FC236}">
                <a16:creationId xmlns:a16="http://schemas.microsoft.com/office/drawing/2014/main" id="{4260FB5A-E38D-9EC3-B7FA-27128E1F5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41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6E5D-9963-8134-F244-E6BB48D6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7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ED60E-04D7-55B1-61F8-167F33BC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top crop-producing states in India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regional production specialization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long-term production growth trends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seasonal and crop-wise production variations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multi-dimensional agricultural insights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94EEBD7C-E4F1-9172-904A-4F81C59A6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A11D5-6827-794E-6BA8-E0EE49890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669" y="2804317"/>
            <a:ext cx="3414132" cy="318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6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F20-A99B-396C-271B-8DEBFFE7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681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3EDE69-9276-96CF-80B0-C68644CC7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8828" y="2538089"/>
            <a:ext cx="10254343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AGRIVISION integrates geospatial, temporal, and comparative analytics into a single platform.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complex agricultural datasets into clear and meaningful visual insights.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data-driven agricultural planning and policy formulation.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assists researchers in analyzing long-term production patterns.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AGRIVISION demonstrates the effectiveness of modern data visualization techniques in understanding India’s agricultural production landscape.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9448381D-438A-7CB9-C1E0-0A69170D7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90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E4A6-7C18-04C4-FC06-6E1E28D6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358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58897-0066-4EAE-A0EE-F65F665B2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595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Han, J., Kamber, M., &amp; Pei, J. (2022).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Mining: Concepts and Techniques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Morgan Kaufmann.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James, G., Witten, D., Hastie, T.,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(2023).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Introduction to Statistical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Few, S. (2022).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Me the Numbers: Designing Tables and Graphs to Enlighten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Analytics Press.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Cairo, A. (2023).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Functional Art: An Introduction to Information Graphics and Visualization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New Riders.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Provost, F., &amp; Fawcett, T. (2022).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for Business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O’Reilly Media.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7BA42983-DC3C-1D42-A5DB-24F9C1B51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99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182D-6C5F-5375-09EF-19D8F8E7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6991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9F35C7-8212-19A4-6E3B-180415753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3706" y="3187535"/>
            <a:ext cx="9964587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agricultural data from sensors and government sources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climate and weather datasets for impact and risk analysis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crop production forecasting using machine learning techniques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interactive dashboards to support policymakers and planners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satellite and remote sensing data for large-scale monitoring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the platform to national and global agricultural datasets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283D808C-8B23-E4E2-4D9C-E258EA817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48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34A11D-6133-C822-AF4A-E8D4F85D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486" y="2986541"/>
            <a:ext cx="5301343" cy="8849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Thank You…!!!</a:t>
            </a:r>
          </a:p>
        </p:txBody>
      </p:sp>
    </p:spTree>
    <p:extLst>
      <p:ext uri="{BB962C8B-B14F-4D97-AF65-F5344CB8AC3E}">
        <p14:creationId xmlns:p14="http://schemas.microsoft.com/office/powerpoint/2010/main" val="311325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767</Words>
  <Application>Microsoft Office PowerPoint</Application>
  <PresentationFormat>Widescreen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AGRI VISION – CROP PRODUCTION INTELLIGENCE PLATFORM</vt:lpstr>
      <vt:lpstr>   ABSTRACT</vt:lpstr>
      <vt:lpstr>PROBLEM STATEMENT</vt:lpstr>
      <vt:lpstr>OBJECTIVES</vt:lpstr>
      <vt:lpstr>DATASET DESCRIPTION</vt:lpstr>
      <vt:lpstr>METHODOLOGY</vt:lpstr>
      <vt:lpstr>MODULE 1   GEOSPATIAL DISTRIBUTION ANALYSIS</vt:lpstr>
      <vt:lpstr>MODULE 2   TEMPORAL TRENDS &amp; GROWTH ANALYSIS</vt:lpstr>
      <vt:lpstr>MODULE 3   COMPARATIVE VARIABLE ANALYSIS</vt:lpstr>
      <vt:lpstr>ARCHITECTURE</vt:lpstr>
      <vt:lpstr>RESULTS</vt:lpstr>
      <vt:lpstr>CONCLUSION</vt:lpstr>
      <vt:lpstr>References</vt:lpstr>
      <vt:lpstr>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chidralasrideepika@gmail.com</dc:creator>
  <cp:lastModifiedBy>chidralasrideepika@gmail.com</cp:lastModifiedBy>
  <cp:revision>5</cp:revision>
  <dcterms:created xsi:type="dcterms:W3CDTF">2026-01-28T12:59:10Z</dcterms:created>
  <dcterms:modified xsi:type="dcterms:W3CDTF">2026-02-02T09:52:13Z</dcterms:modified>
</cp:coreProperties>
</file>